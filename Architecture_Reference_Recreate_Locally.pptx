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6465454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rch_ref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65454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rch_ref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65454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rch_ref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65454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rch_ref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65454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rch_ref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65454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rch_ref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65454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